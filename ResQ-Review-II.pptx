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1A"/>
                </a:solidFill>
                <a:latin typeface="Calibri"/>
              </a:rPr>
              <a:t>Mean ambulance travel time in seconds,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ambulance travel time (s)</c:v>
                </c:pt>
              </c:strCache>
            </c:strRef>
          </c:tx>
          <c:spPr>
            <a:solidFill>
              <a:srgbClr val="1B5E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B0 none</c:v>
                  </c:pt>
                  <c:pt idx="1">
                    <c:v>B1 macro</c:v>
                  </c:pt>
                  <c:pt idx="2">
                    <c:v>B2 fixed</c:v>
                  </c:pt>
                  <c:pt idx="3">
                    <c:v>B3 fused + fixed</c:v>
                  </c:pt>
                  <c:pt idx="4">
                    <c:v>B4 JIT</c:v>
                  </c:pt>
                  <c:pt idx="5">
                    <c:v>B5 JIT + recovery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214.6</c:v>
                </c:pt>
                <c:pt idx="1">
                  <c:v>215.6</c:v>
                </c:pt>
                <c:pt idx="2">
                  <c:v>183.2</c:v>
                </c:pt>
                <c:pt idx="3">
                  <c:v>155.7</c:v>
                </c:pt>
                <c:pt idx="4">
                  <c:v>152.7</c:v>
                </c:pt>
                <c:pt idx="5">
                  <c:v>152.7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220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6350" cap="flat">
              <a:solidFill>
                <a:srgbClr val="D7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pitch, then say a working prototype runs today and can be shown live. Agenda in one breath: the problem, our fix, what is built, what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a timing problem, not a detection problem. Detecting an ambulance was solved decades ago; deciding when to act, and on which route, was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panel asks only one technical question, it will be about safety. Point at the last line: the learned parts propose, the state machine disposes.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 here. If the projector cooperates, switch to the browser for thirty seconds and inject the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scenario justifies the whole design: the second input exists precisely because the first one is stale.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loud. Claiming Chennai results we have not measured is the fastest way to lose credibility with a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who owns which modules, so the panel knows whom to question. Each member answers only for their own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questions. The recap column is a prompt for anything the panel asks you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this slide. Jump to it only if the matching question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33482A"/>
          </a:solidFill>
          <a:ln w="9525">
            <a:solidFill>
              <a:srgbClr val="A9E3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REVIEW II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RESQ</a:t>
            </a:r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-Green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ambulance routing with just-in-time green corridors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926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route the ambulance on the traffic predicted for the moment it will arrive, and turn the signals green only as late as is safe.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977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tests 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84048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977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recorded runs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baselines x 6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384048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3977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 Lights, Chennai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212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&lt;Member 1&gt;   .   &lt;Member 2&gt;   .   &lt;Member 3&gt;          Guide:  &lt;Guide name&gt;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5504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II  .  23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Ambulances lose minutes at junctions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099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645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Junctions, not distance, cost the time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0299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no-system runs an ambulance meets green at only 43% of junctions and stops 1.87 times per trip.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627632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7099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1645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apps are minutes late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20299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traffic describes the last 2 to 5 minutes, so a blockage that just formed is invisible, and an app cannot hold a signal anyway.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410712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493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429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Preemption fires at a fixed distance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381304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at a set distance is too early when the road is clear, which needlessly blocks cross traffic, and too late behind a long queue.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15468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3410712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493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3429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repairs the damage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104888" y="381304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streets held on red keep their queues long after the ambulance has gone, because existing systems simply resume the normal plan.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area: Thousand Lights, Chennai, around Apollo Hospitals on Greams Road. Dense signalised grid, parallel arterials, mixed lane-less traffic of autos and two-wheelers.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43% and 1.87 figures are measured in our own prototype runs, not quoted from vendors.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and a safety kernel that can veto all of them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697480"/>
          </a:xfrm>
          <a:prstGeom prst="roundRect">
            <a:avLst>
              <a:gd name="adj" fmla="val 245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402336" cy="402336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road two ways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0048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city-wide forecast covers the whole route minutes ahead. The ambulance camera and LiDAR cover the next 150 m seconds ahead. Both are fused by confidence, so the fresher source wins where it can see.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417320"/>
            <a:ext cx="2606040" cy="2697480"/>
          </a:xfrm>
          <a:prstGeom prst="roundRect">
            <a:avLst>
              <a:gd name="adj" fmla="val 245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645920"/>
            <a:ext cx="402336" cy="402336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7373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on future traffic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670048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road is costed at the time the ambulance will actually enter it, and the route is re-planned continuously with hysteresis so it does not flip-flop.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06040" cy="2697480"/>
          </a:xfrm>
          <a:prstGeom prst="roundRect">
            <a:avLst>
              <a:gd name="adj" fmla="val 245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1645920"/>
            <a:ext cx="402336" cy="402336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9944" y="17373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junctions just in time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670048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 distance, each junction computes how long its queue needs to clear and acts only then, reserving just the next two or three junctions.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97696" y="1417320"/>
            <a:ext cx="2606040" cy="2697480"/>
          </a:xfrm>
          <a:prstGeom prst="roundRect">
            <a:avLst>
              <a:gd name="adj" fmla="val 245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1645920"/>
            <a:ext cx="402336" cy="402336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26296" y="17373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green back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670048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queue-debt recovery controller serves the starved approaches first, so cross traffic recovers instead of being left jammed.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0C131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51713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E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T_clear =  T_startup  +  Q / s  +  T_transition  +  T_margin            act when   T_ambulance  &lt;=  T_clear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86460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is the queue ahead from the fusion engine  .  s is the discharge rate  .  T_transition is amber plus all-red  .  T_margin is twice the ETA uncertainty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rule: machine learning only advises. A deterministic state machine owns every signal change, never shortens minimum green, amber or all-red, and has recorded zero conflicting-green events in 180 runs.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DONE SO FAR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vertical slice already runs end to end, not a set of stubs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Python modules and a React control room: simulation, probes, forecasting, perception, fusion, routing, corridor, recorder, adapters, API and experiments.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plus a 5 Hz WebSocket stream; the browser shows live routes, reservations and the reason behind every decision.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experiment runner stores every run in SQLite, so any number we show can be reproduced.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SUMO, CARLA and Google adapters are written and report their own readiness instead of faking data.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tests pass, with lint and build wired into GitHub Actions.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2245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342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73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2245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43342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773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248656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972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workspaces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5248656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57972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runs</a:t>
            </a:r>
            <a:endParaRPr lang="en-US" sz="1100" dirty="0"/>
          </a:p>
        </p:txBody>
      </p:sp>
      <p:pic>
        <p:nvPicPr>
          <p:cNvPr id="18" name="Image 0" descr="shots/live_normal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742432" cy="3593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897880" y="5138928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control room: fused speeds, route options with ETA, the next reservations, and the reason recorded for every decision.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asks for roughly 20 percent. A walking skeleton of every module is live and tested, and we can demo it now.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DONE SO FAR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accident: when the map is wrong</a:t>
            </a:r>
            <a:endParaRPr lang="en-US" sz="2900" dirty="0"/>
          </a:p>
        </p:txBody>
      </p:sp>
      <p:pic>
        <p:nvPicPr>
          <p:cNvPr id="5" name="Image 0" descr="shots/live_accident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63040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5453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44475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picks Route A and junctions on it are reserved.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157984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240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1396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two-lane blockage forms. The crowd feed still calls the road clear.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2852928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2935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834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ambulance camera sees stopped vehicles, so fusion marks the road near-closed.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547872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36301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5295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is chosen and the stale reservations are cancelled.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0" y="4242816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43251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2245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Junctions on Route B pre-clear their queues just before arrival.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0" y="4983480"/>
            <a:ext cx="3867912" cy="960120"/>
          </a:xfrm>
          <a:prstGeom prst="roundRect">
            <a:avLst>
              <a:gd name="adj" fmla="val 6667"/>
            </a:avLst>
          </a:prstGeom>
          <a:solidFill>
            <a:srgbClr val="0C131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01000" y="5102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log, taken from the running app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5340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"Rerouted to Route B: two-lane blockage, confidence 0.93 - road marked near-closed"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reroute reaction time: 0.6 s from detection to a new route with the old reservations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DONE SO FAR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across 180 seeded runs: six baselines, six scenarios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Cross-street delay caused by preemption:    112 s fixed-distance    to    63 s just-in-time    to    39 s with recovery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26680" y="141732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82712" y="156362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22402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 the hidden-accident case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247802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323.7 s with no system, 163.8 s with ours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292608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82712" y="307238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to 96%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982712" y="374904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 arrival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82712" y="3986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per trip fall from 1.87 to 0.00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443484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82712" y="458114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7982712" y="52578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Conflicting-green events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82712" y="549554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in all 180 recorded runs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our built-in mesoscopic runner: 5 seeds x 6 scenarios x 6 baselines. These validate the software, not Chennai traffic; transport claims will be re-measured on the verified Chennai SUMO network with 20 or more seeds.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 TO DO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each module in place, then measure it properly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011680"/>
          </a:xfrm>
          <a:prstGeom prst="roundRect">
            <a:avLst>
              <a:gd name="adj" fmla="val 3182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Chennai network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junction, signal timing and turn restriction by hand, then calibrate demand against real travel times.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417320"/>
            <a:ext cx="2606040" cy="2011680"/>
          </a:xfrm>
          <a:prstGeom prst="roundRect">
            <a:avLst>
              <a:gd name="adj" fmla="val 3182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the real models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212848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forecaster on benchmark data plus simulated history, detector fine-tuned on the India Driving Dataset.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1417320"/>
            <a:ext cx="2606040" cy="2011680"/>
          </a:xfrm>
          <a:prstGeom prst="roundRect">
            <a:avLst>
              <a:gd name="adj" fmla="val 3182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CARLA into the loop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212848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camera and LiDAR feeding the same perception code, recorded for the final showcase.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417320"/>
            <a:ext cx="2606040" cy="2011680"/>
          </a:xfrm>
          <a:prstGeom prst="roundRect">
            <a:avLst>
              <a:gd name="adj" fmla="val 3182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full matrix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2212848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seeds per cell, ablations with fusion switched off, and the adoption sweep at 5, 10 and 30 percent.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5E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696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1422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Chennai network, CARLA frames feeding perception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5E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6451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W29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freeze: all six scenarios recorded and replayable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47488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5E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120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093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Twenty-seed matrix, ablations, report and paper draft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22976"/>
            <a:ext cx="713232" cy="347472"/>
          </a:xfrm>
          <a:prstGeom prst="roundRect">
            <a:avLst>
              <a:gd name="adj" fmla="val 13158"/>
            </a:avLst>
          </a:prstGeom>
          <a:solidFill>
            <a:srgbClr val="1B5E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9612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568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and viva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4096512"/>
            <a:ext cx="5148072" cy="585216"/>
          </a:xfrm>
          <a:prstGeom prst="roundRect">
            <a:avLst>
              <a:gd name="adj" fmla="val 10938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&lt;Member 1&gt;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187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signals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332720" y="4206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sim/  .  corridor/  .  experiments/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92240" y="4754880"/>
            <a:ext cx="5148072" cy="585216"/>
          </a:xfrm>
          <a:prstGeom prst="roundRect">
            <a:avLst>
              <a:gd name="adj" fmla="val 10938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4846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&lt;Member 2&gt;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 routing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48646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forecast/  .  fusion/  .  routing/  .  api/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5413248"/>
            <a:ext cx="5148072" cy="585216"/>
          </a:xfrm>
          <a:prstGeom prst="roundRect">
            <a:avLst>
              <a:gd name="adj" fmla="val 10938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20840" y="55046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&lt;Member 3&gt;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55046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CARLA and web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55229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perception/  .  adapters/  .  web/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 Each member answers for the modules they 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962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862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lose minutes at junctions; traffic data is stale and preemption fires at the wrong moment.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3493008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7124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a city forecast with onboard sensing, route on future traffic, clear junctions just in time, then repair cross traffic.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4242816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462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so far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361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software slice running: 11 modules, 4 web workspaces, 21 tests, 180 recorded runs.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992624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12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111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Chennai network, trained models, CARLA in the loop, twenty-seed evaluation.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16241C"/>
          </a:solidFill>
          <a:ln w="12700">
            <a:solidFill>
              <a:srgbClr val="A9E3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2278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Replay, Cab and Results pages, with the hidden-accident control on the Live page.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RESQ-Green  .  IDP Review II  .  23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expect, and the short answers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63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this different from Google Maps?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110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cannot see the road ahead of the ambulance, cannot forecast per road for the arrival moment, and cannot hold a signal.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563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camera is wrong?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9110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weighting limits its influence, the forecast still covers the route, and the safety kernel is unaffected.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31638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reinforcement learning end to end?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safety-assured. RL may later tune recovery timing inside the limits the state machine enforces.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31638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this run on a real junction?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5112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us. That needs an approved controller interface, road-authority permission and a shadow-mode trial first.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7640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5 to 10 percent probe adoption enough?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114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not vehicle count, is the estimator, and adoption is a measured parameter in our matrix.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6177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7640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know the results are real?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51114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carries a seed and a baseline, all 180 are stored, and the replay reproduces them exactly.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RESQ-Green - IDP Review II</dc:title>
  <dc:subject>PptxGenJS Presentation</dc:subject>
  <dc:creator>RESQ-Green team</dc:creator>
  <cp:lastModifiedBy>RESQ-Green team</cp:lastModifiedBy>
  <cp:revision>1</cp:revision>
  <dcterms:created xsi:type="dcterms:W3CDTF">2026-09-21T16:52:38Z</dcterms:created>
  <dcterms:modified xsi:type="dcterms:W3CDTF">2026-09-21T16:52:38Z</dcterms:modified>
</cp:coreProperties>
</file>